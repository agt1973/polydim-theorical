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</a:defRPr>
            </a:pPr>
            <a:r>
              <a:t>POLYDIM &amp; PMTP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Native Tensor Communication for Latent Multi-Agent Swarms</a:t>
            </a:r>
          </a:p>
          <a:p>
            <a:r>
              <a:t>(Eradicating the 1D JSON Worm)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The Industry Bottleneck: The 1D Worm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AI models process thoughts in D-dimensional continuous spaces.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Current paradigms force AIs to serialize thoughts to 1D text (JSON) to communicate.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This violates the Data Processing Inequality (DPI), causing entropy loss.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Re-embedding the text wastes GPU compute and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POLYDIM PMTP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Polydim Tensor Message Protocol (PMTP).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AIs share pointers to their latent matrices (Tensors) instead of text.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Guaranteed Drift = 0.0 using Mathematical Isometries (Stiefel Manifold).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Phases 1-8: Topology &amp;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Phase 1: High-Dimensional State Embedding.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Phase 2: Manifold Retraction (Orthogonal Stability).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Phase 3: Tensor Train (TT-SVD) parameter compression.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Phase 8: The Holographic Node (Decoding to Human Language only at the end).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Phase 9: Local Zero-Copy IPC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Proven on Local Hardware with Small Language Models.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Node A writes tensor to OS Shared Memory (RAM).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Node B inherits the context instantly. Zero JSON strings generated.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CPU memory controller is unburdened. Bandwidth jumps to memory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Phase 10: Swarm Error Correction (Internet)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Routing massive tensors over UDP/WAN risks burst packet erasure.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Standard architectures fail catastrophically under packet loss.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PMTP uses Clifford-Hodge Isometry: Translates noise into 'mirrors'.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 tilted mirror still perfectly reflects a tensor. Topology remains invariant.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C8"/>
                </a:solidFill>
                <a:latin typeface="Arial"/>
              </a:defRPr>
            </a:pPr>
            <a:r>
              <a:t>Phase 11: GPUDirect RDMA over RoCEv2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CPU and Host RAM are the ultimate latency bottlenecks.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SmartNIC pulls tensor directly from GPU VRAM via PCIe (BAR1).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Tensor is blasted across the global network.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Target NIC injects tensor directly into remote GPU VRAM.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Zero CPU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