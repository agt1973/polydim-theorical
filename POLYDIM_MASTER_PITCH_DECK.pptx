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lydim_title_bg_17889129059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6000">
                <a:solidFill>
                  <a:srgbClr val="00FFC8"/>
                </a:solidFill>
              </a:defRPr>
            </a:pPr>
            <a:r>
              <a:t>POLYDIM &amp; PMTP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Native Tensor Communication for Latent Multi-Agent Swarms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FFC8"/>
                </a:solidFill>
                <a:latin typeface="Arial"/>
              </a:defRPr>
            </a:pPr>
            <a:r>
              <a:t>Phase 9: Local Zero-Copy IPC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Proven on Local Hardware.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Node A writes tensor to OS Shared RAM.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Node B inherits context instantly.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Bypasses CPU processing entirely.</a:t>
            </a:r>
          </a:p>
        </p:txBody>
      </p:sp>
      <p:pic>
        <p:nvPicPr>
          <p:cNvPr id="4" name="Picture 3" descr="polydim_phase9_ipc_17889129193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FFC8"/>
                </a:solidFill>
                <a:latin typeface="Arial"/>
              </a:defRPr>
            </a:pPr>
            <a:r>
              <a:t>Phase 11: GPUDirect RDMA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Connects GPU microchips across the globe.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Tensor blasted across network (RoCEv2).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Fiber optics bypass the CPU memory controller.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Absolute zero latency.</a:t>
            </a:r>
          </a:p>
        </p:txBody>
      </p:sp>
      <p:pic>
        <p:nvPicPr>
          <p:cNvPr id="4" name="Picture 3" descr="polydim_phase11_rdma_17889129355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00FFC8"/>
                </a:solidFill>
                <a:latin typeface="Arial"/>
              </a:defRPr>
            </a:pPr>
            <a:r>
              <a:t>The Economic &amp; Hardware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100% Internal Token Savings:</a:t>
            </a:r>
          </a:p>
          <a:p>
            <a:pPr lvl="1">
              <a:defRPr sz="2200">
                <a:solidFill>
                  <a:srgbClr val="F0F0F0"/>
                </a:solidFill>
              </a:defRPr>
            </a:pPr>
            <a:r>
              <a:t>Swarm agents generate ZERO text internally.</a:t>
            </a:r>
          </a:p>
          <a:p>
            <a:pPr lvl="1">
              <a:defRPr sz="2200">
                <a:solidFill>
                  <a:srgbClr val="F0F0F0"/>
                </a:solidFill>
              </a:defRPr>
            </a:pPr>
            <a:r>
              <a:t>Saves ~560 TFLOPS per 4k tokens exchanged.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40% - 60% Energy Reduction:</a:t>
            </a:r>
          </a:p>
          <a:p>
            <a:pPr lvl="1">
              <a:defRPr sz="2200">
                <a:solidFill>
                  <a:srgbClr val="F0F0F0"/>
                </a:solidFill>
              </a:defRPr>
            </a:pPr>
            <a:r>
              <a:t>Bypassing autoregressive decoding massively cools memory chips (HBM3).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Hardware Decoupling:</a:t>
            </a:r>
          </a:p>
          <a:p>
            <a:pPr lvl="1">
              <a:defRPr sz="2200">
                <a:solidFill>
                  <a:srgbClr val="F0F0F0"/>
                </a:solidFill>
              </a:defRPr>
            </a:pPr>
            <a:r>
              <a:t>RDMA extends CPU lifespans by eradicating PCIe saturation.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