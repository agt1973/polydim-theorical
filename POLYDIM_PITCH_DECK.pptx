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POLYDIM &amp; PMTP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End of the 1D Worm</a:t>
            </a:r>
          </a:p>
          <a:p>
            <a:r>
              <a:t>Native Tensor Communication for AI Swarms</a:t>
            </a:r>
          </a:p>
          <a:p>
            <a:r>
              <a:t>Sept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Industry Bottleneck: The 1D Worm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models think in high-dimensional continuous spaces (Tensors).</a:t>
            </a:r>
          </a:p>
          <a:p>
            <a:pPr/>
            <a:r>
              <a:t>Current infrastructure forces AI to serialize thoughts into 1D text (JSON, APIs).</a:t>
            </a:r>
          </a:p>
          <a:p>
            <a:pPr/>
            <a:r>
              <a:t>This serialization destroys entropy (Data Processing Inequality).</a:t>
            </a:r>
          </a:p>
          <a:p>
            <a:pPr/>
            <a:r>
              <a:t>Result: Massive latency, compute waste, and loss of geometric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POLYDIM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framework to allow Neural Networks to communicate natively.</a:t>
            </a:r>
          </a:p>
          <a:p>
            <a:pPr/>
            <a:r>
              <a:t>Uses PMTP (Polydim Tensor Message Protocol).</a:t>
            </a:r>
          </a:p>
          <a:p>
            <a:pPr/>
            <a:r>
              <a:t>Tensors are routed across agents directly in S^(D-1) space.</a:t>
            </a:r>
          </a:p>
          <a:p>
            <a:pPr/>
            <a:r>
              <a:t>Zero text generation during intermediate swarm deliberation.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1-3: Geometry &amp;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High-Dimensional State Embedding (Text -&gt; Continuous Tensor).</a:t>
            </a:r>
          </a:p>
          <a:p>
            <a:pPr/>
            <a:r>
              <a:t>Phase 2: Manifold Retraction (Stiefel V(k,D)). Forces tensors to remain orthogonal and stable.</a:t>
            </a:r>
          </a:p>
          <a:p>
            <a:pPr/>
            <a:r>
              <a:t>Phase 3: Tensor Train (TT-SVD) Compression. Decomposes massive parameters into manageable rank-constrained 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8: The Holographic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AIs talk in tensors, how do humans understand them?</a:t>
            </a:r>
          </a:p>
          <a:p>
            <a:pPr/>
            <a:r>
              <a:t>Phase 8 introduces Multidimensional Scaling (MDS) Projections.</a:t>
            </a:r>
          </a:p>
          <a:p>
            <a:pPr/>
            <a:r>
              <a:t>The Swarm reaches a latent consensus natively.</a:t>
            </a:r>
          </a:p>
          <a:p>
            <a:pPr/>
            <a:r>
              <a:t>Only the terminal node decodes the final tensor back to 2D English/Spanish.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9: Zero-Copy IPC (Empirical Proof)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Proven on September 8, 2026.</a:t>
            </a:r>
          </a:p>
          <a:p>
            <a:pPr/>
            <a:r>
              <a:t>Two local Small Language Models (Qwen-0.5B) connected.</a:t>
            </a:r>
          </a:p>
          <a:p>
            <a:pPr/>
            <a:r>
              <a:t>Node A writes its KV-Cache to Windows Shared Memory (RAM).</a:t>
            </a:r>
          </a:p>
          <a:p>
            <a:pPr/>
            <a:r>
              <a:t>Node B reads the tensor and continues generating thoughts.</a:t>
            </a:r>
          </a:p>
          <a:p>
            <a:pPr/>
            <a:r>
              <a:t>Zero JSON. Zero Sockets. CPU orchestrates pointers.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10: Swarm Error Correction (WAN)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from local RAM to the global Internet (UDP/TCP).</a:t>
            </a:r>
          </a:p>
          <a:p>
            <a:pPr/>
            <a:r>
              <a:t>Problem: Packet loss destroys tensor geometry.</a:t>
            </a:r>
          </a:p>
          <a:p>
            <a:pPr/>
            <a:r>
              <a:t>Naive SVD correction is O(N^3) and blocks the CPU.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10: Clifford-Hodge Isometry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Instead of sending points, PMTP sends Clifford Reflection Generators (Mirrors).</a:t>
            </a:r>
          </a:p>
          <a:p>
            <a:pPr/>
            <a:r>
              <a:t>If noise tilts the mirror, the reflection is STILL perfectly unitary.</a:t>
            </a:r>
          </a:p>
          <a:p>
            <a:pPr/>
            <a:r>
              <a:t>Mathematical drift is bounded to 0.0.</a:t>
            </a:r>
          </a:p>
          <a:p>
            <a:pPr/>
            <a:r>
              <a:t>Packet burst erasure is mitigated via Walsh-Hadamard Transform (WHT).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11: Hardware Kernel Bypass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OS CPU and Host RAM are the ultimate bottlenecks.</a:t>
            </a:r>
          </a:p>
          <a:p>
            <a:pPr/>
            <a:r>
              <a:t>Phase 11 utilizes GPUDirect RDMA over RoCEv2.</a:t>
            </a:r>
          </a:p>
          <a:p>
            <a:pPr/>
            <a:r>
              <a:t>Tensors flow from Sender GPU VRAM -&gt; PCIe -&gt; SmartNIC -&gt; Internet.</a:t>
            </a:r>
          </a:p>
          <a:p>
            <a:pPr/>
            <a:r>
              <a:t>Bypasses the CPU entirely for nano-second cross-node latency.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High-Frequency Trading: AI Swarms executing in sub-millisecond latent space.</a:t>
            </a:r>
          </a:p>
          <a:p>
            <a:pPr/>
            <a:r>
              <a:t>Autonomous Robotics: Drones sharing raw visual/spatial tensors.</a:t>
            </a:r>
          </a:p>
          <a:p>
            <a:pPr/>
            <a:r>
              <a:t>Federated Learning: Secure, real-time weight sync with zero REST API overhead.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no longer limited by the speed of human language.</a:t>
            </a:r>
          </a:p>
          <a:p>
            <a:pPr/>
            <a:r>
              <a:t>LatentMAS (Multi-Agent Systems) communicate at the speed of geometry.</a:t>
            </a:r>
          </a:p>
          <a:p>
            <a:pPr/>
            <a:r>
              <a:t>POLYDIM is ready for hardware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